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65" r:id="rId2"/>
    <p:sldId id="259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70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941058-A3E5-47D4-B859-4A9742E27F6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6B606-C12C-48FD-B164-C1AF8FBC0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05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457200" lvl="0" indent="-228600" algn="l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Google Shape;26;p7">
            <a:extLst>
              <a:ext uri="{FF2B5EF4-FFF2-40B4-BE49-F238E27FC236}">
                <a16:creationId xmlns:a16="http://schemas.microsoft.com/office/drawing/2014/main" id="{9EEDF353-4C94-1A51-9B4E-266144ABD1CB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27;p7">
            <a:extLst>
              <a:ext uri="{FF2B5EF4-FFF2-40B4-BE49-F238E27FC236}">
                <a16:creationId xmlns:a16="http://schemas.microsoft.com/office/drawing/2014/main" id="{F972E414-C475-FD52-1DCC-A4C153BCD37D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28;p7">
            <a:extLst>
              <a:ext uri="{FF2B5EF4-FFF2-40B4-BE49-F238E27FC236}">
                <a16:creationId xmlns:a16="http://schemas.microsoft.com/office/drawing/2014/main" id="{3B75AAB7-8282-D53A-6274-FFF4F87D31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AAD0773F-BC41-4673-8580-9B75BA127ADF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2286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2" name="Google Shape;33;p8">
            <a:extLst>
              <a:ext uri="{FF2B5EF4-FFF2-40B4-BE49-F238E27FC236}">
                <a16:creationId xmlns:a16="http://schemas.microsoft.com/office/drawing/2014/main" id="{0F873A22-B656-B70D-AE94-2F4A1E02829F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34;p8">
            <a:extLst>
              <a:ext uri="{FF2B5EF4-FFF2-40B4-BE49-F238E27FC236}">
                <a16:creationId xmlns:a16="http://schemas.microsoft.com/office/drawing/2014/main" id="{7F472728-65B9-BEA8-E2AB-50A7502E2B8F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35;p8">
            <a:extLst>
              <a:ext uri="{FF2B5EF4-FFF2-40B4-BE49-F238E27FC236}">
                <a16:creationId xmlns:a16="http://schemas.microsoft.com/office/drawing/2014/main" id="{C4CC17D8-46D2-D015-B142-41A7C8CA2B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631F808A-BE66-40C6-A28B-D1952CC78A5C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1927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6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2" name="Google Shape;58;p12">
            <a:extLst>
              <a:ext uri="{FF2B5EF4-FFF2-40B4-BE49-F238E27FC236}">
                <a16:creationId xmlns:a16="http://schemas.microsoft.com/office/drawing/2014/main" id="{78EB4BF1-BC07-9A40-4FD1-AD2C8E2A778A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59;p12">
            <a:extLst>
              <a:ext uri="{FF2B5EF4-FFF2-40B4-BE49-F238E27FC236}">
                <a16:creationId xmlns:a16="http://schemas.microsoft.com/office/drawing/2014/main" id="{1689CE93-5AD8-9DEA-6A9B-F428A0FB2A13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60;p12">
            <a:extLst>
              <a:ext uri="{FF2B5EF4-FFF2-40B4-BE49-F238E27FC236}">
                <a16:creationId xmlns:a16="http://schemas.microsoft.com/office/drawing/2014/main" id="{86AFF95E-0204-1B12-9DC7-506EB65C43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B946C5B2-E8B8-4013-A7F1-46B158A9F482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2395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2" name="Google Shape;65;p13">
            <a:extLst>
              <a:ext uri="{FF2B5EF4-FFF2-40B4-BE49-F238E27FC236}">
                <a16:creationId xmlns:a16="http://schemas.microsoft.com/office/drawing/2014/main" id="{6830560B-EC46-0D2D-393A-2FE48266FD45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66;p13">
            <a:extLst>
              <a:ext uri="{FF2B5EF4-FFF2-40B4-BE49-F238E27FC236}">
                <a16:creationId xmlns:a16="http://schemas.microsoft.com/office/drawing/2014/main" id="{C8DB439E-052B-358D-1FA5-E685A6392079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67;p13">
            <a:extLst>
              <a:ext uri="{FF2B5EF4-FFF2-40B4-BE49-F238E27FC236}">
                <a16:creationId xmlns:a16="http://schemas.microsoft.com/office/drawing/2014/main" id="{10608590-4128-59A2-58E9-A09775FEF5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3E1E7C7B-C7D3-419A-A00C-6260B9E8BA37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023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71;p14">
            <a:extLst>
              <a:ext uri="{FF2B5EF4-FFF2-40B4-BE49-F238E27FC236}">
                <a16:creationId xmlns:a16="http://schemas.microsoft.com/office/drawing/2014/main" id="{B9A4786C-67EA-6C04-CA3D-F992D59290ED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72;p14">
            <a:extLst>
              <a:ext uri="{FF2B5EF4-FFF2-40B4-BE49-F238E27FC236}">
                <a16:creationId xmlns:a16="http://schemas.microsoft.com/office/drawing/2014/main" id="{2AA6D83F-AFD4-54A0-CD63-BAB24C5CAACA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73;p14">
            <a:extLst>
              <a:ext uri="{FF2B5EF4-FFF2-40B4-BE49-F238E27FC236}">
                <a16:creationId xmlns:a16="http://schemas.microsoft.com/office/drawing/2014/main" id="{0762581D-3ED7-3FA0-E761-039876C13F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456F98DD-0713-4981-BE72-6777F706CC00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6245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77;p15">
            <a:extLst>
              <a:ext uri="{FF2B5EF4-FFF2-40B4-BE49-F238E27FC236}">
                <a16:creationId xmlns:a16="http://schemas.microsoft.com/office/drawing/2014/main" id="{17DA1089-C8A2-E22B-F7F8-36C6B7096E3C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78;p15">
            <a:extLst>
              <a:ext uri="{FF2B5EF4-FFF2-40B4-BE49-F238E27FC236}">
                <a16:creationId xmlns:a16="http://schemas.microsoft.com/office/drawing/2014/main" id="{420D58EF-0EAF-56BB-8E42-CE9DCE9BC03A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79;p15">
            <a:extLst>
              <a:ext uri="{FF2B5EF4-FFF2-40B4-BE49-F238E27FC236}">
                <a16:creationId xmlns:a16="http://schemas.microsoft.com/office/drawing/2014/main" id="{D29183DB-5A01-7B98-BB1F-F72734E3D4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7A754393-AC14-454F-A816-D59A145642EC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4653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D44B-C9F2-4BB6-95DD-9EC4312F87A8}" type="datetimeFigureOut">
              <a:rPr lang="en-IN" smtClean="0"/>
              <a:pPr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FFC8E-86B8-4915-B611-AC24C4A73F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33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>
            <a:extLst>
              <a:ext uri="{FF2B5EF4-FFF2-40B4-BE49-F238E27FC236}">
                <a16:creationId xmlns:a16="http://schemas.microsoft.com/office/drawing/2014/main" id="{EFE614AC-EC4A-B4E4-7ACC-6E26956314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>
            <a:extLst>
              <a:ext uri="{FF2B5EF4-FFF2-40B4-BE49-F238E27FC236}">
                <a16:creationId xmlns:a16="http://schemas.microsoft.com/office/drawing/2014/main" id="{7F8325A5-9F04-4697-D767-81F7DC3A2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>
            <a:extLst>
              <a:ext uri="{FF2B5EF4-FFF2-40B4-BE49-F238E27FC236}">
                <a16:creationId xmlns:a16="http://schemas.microsoft.com/office/drawing/2014/main" id="{F6EFBDA3-C7EA-130B-3318-E5BCC90F082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9;p4">
            <a:extLst>
              <a:ext uri="{FF2B5EF4-FFF2-40B4-BE49-F238E27FC236}">
                <a16:creationId xmlns:a16="http://schemas.microsoft.com/office/drawing/2014/main" id="{87A4DB0D-33F7-1C38-286C-F33035BD150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" name="Google Shape;10;p4">
            <a:extLst>
              <a:ext uri="{FF2B5EF4-FFF2-40B4-BE49-F238E27FC236}">
                <a16:creationId xmlns:a16="http://schemas.microsoft.com/office/drawing/2014/main" id="{093857D4-A9C7-C39D-5327-36B1215EEB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rgbClr val="000000"/>
              </a:buClr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fld id="{EB1CB48F-56D5-4B48-AE23-5667BEA3CB19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1666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https://lh3.googleusercontent.com/58wn6-yfOr1YycMm79hHe35ARNqXLIxeOCE816abKgbHlvfwWL3D_S_viovStAJ4n-KSMAuUYMbSyK-dHZ67G5EcG1i9LgYdz5MjjSTwyK7sK1Cmbo_ylI2DsFtKfeZ0DkAqPFv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0031" y="62642"/>
            <a:ext cx="1498876" cy="747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5792" y="71005"/>
            <a:ext cx="888089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88925" eaLnBrk="0" fontAlgn="base" hangingPunct="0">
              <a:spcBef>
                <a:spcPct val="0"/>
              </a:spcBef>
              <a:spcAft>
                <a:spcPct val="0"/>
              </a:spcAft>
              <a:tabLst>
                <a:tab pos="57102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02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02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02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02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02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02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02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02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8892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0238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KESHAV MEMORIAL INSTITUTE OF TECHNOLOGY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28892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0238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(AN AUTONOMOUS INSTITUTION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28892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0238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Accredited by NBA &amp; NAAC, Approved by AICTE, Affiliated to JNTUH, Hyderabad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28892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0238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marL="0" marR="0" lvl="0" indent="28892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0238" algn="l"/>
              </a:tabLst>
            </a:pP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A.Y 2025-26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C2011-CB98-AFD9-F4E2-001DA0B74FF5}"/>
              </a:ext>
            </a:extLst>
          </p:cNvPr>
          <p:cNvSpPr txBox="1">
            <a:spLocks/>
          </p:cNvSpPr>
          <p:nvPr/>
        </p:nvSpPr>
        <p:spPr>
          <a:xfrm>
            <a:off x="963084" y="2348040"/>
            <a:ext cx="9697888" cy="107820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en-IN" sz="2400" i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Industry Oriented Mini project on</a:t>
            </a:r>
            <a:br>
              <a:rPr lang="en-IN" sz="3600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Calory – AI Powered Fitness </a:t>
            </a:r>
            <a:r>
              <a:rPr lang="en-IN" sz="3600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endParaRPr lang="en-IN" sz="3600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B2759EB-3A1F-0019-5640-C12C58EEFBB0}"/>
              </a:ext>
            </a:extLst>
          </p:cNvPr>
          <p:cNvSpPr txBox="1">
            <a:spLocks/>
          </p:cNvSpPr>
          <p:nvPr/>
        </p:nvSpPr>
        <p:spPr>
          <a:xfrm>
            <a:off x="2611628" y="3821633"/>
            <a:ext cx="6400800" cy="20637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en-I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>
              <a:defRPr/>
            </a:pPr>
            <a:r>
              <a:rPr lang="en-I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Komala Bukka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B2759EB-3A1F-0019-5640-C12C58EEFBB0}"/>
              </a:ext>
            </a:extLst>
          </p:cNvPr>
          <p:cNvSpPr txBox="1">
            <a:spLocks/>
          </p:cNvSpPr>
          <p:nvPr/>
        </p:nvSpPr>
        <p:spPr>
          <a:xfrm>
            <a:off x="6871292" y="4285214"/>
            <a:ext cx="6400800" cy="20637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en-I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r>
              <a:rPr lang="en-IN" sz="2400" b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No: 13</a:t>
            </a:r>
            <a:endParaRPr lang="en-I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I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(Name) (</a:t>
            </a:r>
            <a:r>
              <a:rPr lang="en-IN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I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</a:p>
          <a:p>
            <a:pPr algn="ctr">
              <a:defRPr/>
            </a:pPr>
            <a:r>
              <a:rPr lang="en-IN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B.Satvik</a:t>
            </a:r>
            <a:r>
              <a:rPr lang="en-I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22BD1AO55N</a:t>
            </a:r>
          </a:p>
          <a:p>
            <a:pPr algn="ctr">
              <a:defRPr/>
            </a:pPr>
            <a:r>
              <a:rPr lang="en-IN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R.Hanuth</a:t>
            </a:r>
            <a:r>
              <a:rPr lang="en-I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22BD1AO55J</a:t>
            </a:r>
          </a:p>
          <a:p>
            <a:pPr algn="ctr">
              <a:defRPr/>
            </a:pPr>
            <a:r>
              <a:rPr lang="en-I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Mihir 22BD1AO55U</a:t>
            </a:r>
          </a:p>
          <a:p>
            <a:pPr algn="ctr">
              <a:defRPr/>
            </a:pPr>
            <a:r>
              <a:rPr lang="en-I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Aman 22BD1AO553</a:t>
            </a:r>
          </a:p>
          <a:p>
            <a:pPr algn="ctr">
              <a:defRPr/>
            </a:pPr>
            <a:endParaRPr lang="en-I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452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 industry is growing but lacks adoption of AI and automation.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Chatbots improve efficiency, provide 24/7 availability, and reduce dependency on human trainers.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Create an interactive chatbot to guide users in diet, exercise, and fitness tracking.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226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00FB5E6-2514-447E-6D4C-54E1A9C10B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2432021"/>
            <a:ext cx="1175995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 fitness tracking simple using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conversations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Replace manual calorie searching with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estimation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diet &amp; workout guidance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 unified, user-friendly fitness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 future expansion into IoT &amp; wearable devices</a:t>
            </a:r>
          </a:p>
        </p:txBody>
      </p:sp>
    </p:spTree>
    <p:extLst>
      <p:ext uri="{BB962C8B-B14F-4D97-AF65-F5344CB8AC3E}">
        <p14:creationId xmlns:p14="http://schemas.microsoft.com/office/powerpoint/2010/main" val="3919497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83" y="159024"/>
            <a:ext cx="109728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Existing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01FCDB-387B-B5C0-C905-66A10FE19C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8124" y="1505399"/>
            <a:ext cx="10415752" cy="474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6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Computational Lag</a:t>
            </a:r>
            <a:r>
              <a:rPr kumimoji="0" lang="en-US" altLang="en-US" sz="336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Constant re-learning and analyzing new queries in real-time is a challenging task that can lead to slow response times.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6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Accuracy Decay</a:t>
            </a:r>
            <a:r>
              <a:rPr kumimoji="0" lang="en-US" altLang="en-US" sz="336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Performance degrades when users enter queries with phrases and jargons that differ from the training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6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Complex Query Inefficiency</a:t>
            </a:r>
            <a:r>
              <a:rPr kumimoji="0" lang="en-US" altLang="en-US" sz="336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Processing multi-part queries can slow down the system and reduce the precision of the results provided.</a:t>
            </a:r>
          </a:p>
        </p:txBody>
      </p:sp>
    </p:spTree>
    <p:extLst>
      <p:ext uri="{BB962C8B-B14F-4D97-AF65-F5344CB8AC3E}">
        <p14:creationId xmlns:p14="http://schemas.microsoft.com/office/powerpoint/2010/main" val="1407182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524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Scope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calorie estimation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diets &amp; workouts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with charts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736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7F2984F-F1BB-2405-F62A-CC246C87AA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800643"/>
            <a:ext cx="955101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(Next.js/React)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UI, chat interface,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(Flask API)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AI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Layer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model → calorie estimate, diet &amp; workout suggestions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logs &amp; history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REST APIs</a:t>
            </a:r>
          </a:p>
        </p:txBody>
      </p:sp>
    </p:spTree>
    <p:extLst>
      <p:ext uri="{BB962C8B-B14F-4D97-AF65-F5344CB8AC3E}">
        <p14:creationId xmlns:p14="http://schemas.microsoft.com/office/powerpoint/2010/main" val="899154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953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apps like MyFitnessPal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HealthifyMe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Good for basic logging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✘ Poor personalization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✘ No conversational AI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✘ Inconsistent food databases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✘ Paid features limit accessibility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609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57720-7F54-118F-FACB-434FEB22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E972D-0AB9-4BE2-4C7D-241C62E4E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524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Register/login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food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calorie calculation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suggestions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&amp; analytics</a:t>
            </a:r>
          </a:p>
          <a:p>
            <a:pPr marL="1524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loading (2–3s)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&amp; reliable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691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5138-CD3C-95BE-1DFB-D01A1D66A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E6885-0D2A-254E-96A4-BA0ACDF48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524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logging logic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logic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pages (chat, diet, workouts)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Example: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User: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“Suggest a 10-minute chest workout.”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Bot: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“Try 3 sets of push-ups, knee push-ups &amp; incline push-ups.”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926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0A995-E9DD-50FC-87B5-F8C2ECD8B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04D749-3D5A-26F0-C2CD-7835E5945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5240" indent="0">
              <a:buNone/>
            </a:pPr>
            <a:r>
              <a:rPr lang="en-US" dirty="0"/>
              <a:t>  </a:t>
            </a:r>
            <a:endParaRPr lang="en-IN" dirty="0"/>
          </a:p>
        </p:txBody>
      </p:sp>
      <p:pic>
        <p:nvPicPr>
          <p:cNvPr id="4098" name="Picture 2" descr="PlantUML Diagram">
            <a:extLst>
              <a:ext uri="{FF2B5EF4-FFF2-40B4-BE49-F238E27FC236}">
                <a16:creationId xmlns:a16="http://schemas.microsoft.com/office/drawing/2014/main" id="{4505D0BB-4FED-175B-3884-B4E2488CA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825" y="1414703"/>
            <a:ext cx="8838168" cy="516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85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79C1B-B7B1-3AD9-D986-8B0584D46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1E9FB-C51C-E179-5AE5-24C6047F0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calories automatically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personalized diet/workout suggestions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 for real-time guidance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 modern, interactive UI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scalable for future enhancements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023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A9026-18BF-A9E7-0AEA-C732BF842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AC1BB2-C3FD-F781-360E-D3BEBB5A15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2155021"/>
            <a:ext cx="588654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Wearable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Image-based food recognition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logging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fitness challenges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Medical-grade diet plans</a:t>
            </a:r>
          </a:p>
        </p:txBody>
      </p:sp>
    </p:spTree>
    <p:extLst>
      <p:ext uri="{BB962C8B-B14F-4D97-AF65-F5344CB8AC3E}">
        <p14:creationId xmlns:p14="http://schemas.microsoft.com/office/powerpoint/2010/main" val="190754826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457</Words>
  <Application>Microsoft Office PowerPoint</Application>
  <PresentationFormat>Widescreen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2_Office Theme</vt:lpstr>
      <vt:lpstr>PowerPoint Presentation</vt:lpstr>
      <vt:lpstr>Introduction</vt:lpstr>
      <vt:lpstr>Purpose of the Project</vt:lpstr>
      <vt:lpstr>Disadvantages of Existing System</vt:lpstr>
      <vt:lpstr>Scope of the Project</vt:lpstr>
      <vt:lpstr>Architecture</vt:lpstr>
      <vt:lpstr>Literature Survey</vt:lpstr>
      <vt:lpstr>Software Requirements</vt:lpstr>
      <vt:lpstr>Implementation Overview</vt:lpstr>
      <vt:lpstr>Architecture Diagram</vt:lpstr>
      <vt:lpstr>Conclusion</vt:lpstr>
      <vt:lpstr>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Satvik B</cp:lastModifiedBy>
  <cp:revision>11</cp:revision>
  <dcterms:created xsi:type="dcterms:W3CDTF">2025-08-23T05:32:08Z</dcterms:created>
  <dcterms:modified xsi:type="dcterms:W3CDTF">2025-11-29T08:07:54Z</dcterms:modified>
</cp:coreProperties>
</file>